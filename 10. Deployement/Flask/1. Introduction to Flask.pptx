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theme" Target="theme/theme1.xml"/><Relationship Id="rId6" Type="http://schemas.openxmlformats.org/officeDocument/2006/relationships/presProps" Target="presProps.xml"/><Relationship Id="rId1" Type="http://schemas.openxmlformats.org/officeDocument/2006/relationships/slideMaster" Target="slideMasters/slideMaster1.xml"/><Relationship Id="rId11" Type="http://schemas.openxmlformats.org/officeDocument/2006/relationships/customXml" Target="../customXml/item3.xml"/><Relationship Id="rId5" Type="http://schemas.openxmlformats.org/officeDocument/2006/relationships/slide" Target="slides/slide3.xml"/><Relationship Id="rId10"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5052" y="1667510"/>
            <a:ext cx="10943167" cy="1082675"/>
          </a:xfrm>
        </p:spPr>
        <p:txBody>
          <a:bodyPr/>
          <a:lstStyle/>
          <a:p>
            <a:r>
              <a:rPr lang="en-IN" altLang="en-US" sz="5000" b="1" dirty="0">
                <a:solidFill>
                  <a:srgbClr val="FF0000"/>
                </a:solidFill>
              </a:rPr>
              <a:t>Introduction to Flask</a:t>
            </a:r>
            <a:endParaRPr lang="en-IN" altLang="en-US" sz="50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olidFill>
                  <a:schemeClr val="accent6"/>
                </a:solidFill>
              </a:rPr>
              <a:t>Flask Introduction</a:t>
            </a:r>
            <a:endParaRPr lang="en-IN" altLang="en-US">
              <a:solidFill>
                <a:schemeClr val="accent6"/>
              </a:solidFill>
            </a:endParaRPr>
          </a:p>
        </p:txBody>
      </p:sp>
      <p:sp>
        <p:nvSpPr>
          <p:cNvPr id="3" name="Content Placeholder 2"/>
          <p:cNvSpPr>
            <a:spLocks noGrp="1"/>
          </p:cNvSpPr>
          <p:nvPr>
            <p:ph idx="1"/>
          </p:nvPr>
        </p:nvSpPr>
        <p:spPr/>
        <p:txBody>
          <a:bodyPr/>
          <a:p>
            <a:r>
              <a:rPr lang="en-US" sz="1800"/>
              <a:t>Flask is a web framework for the Python language. This means it provides tools, libraries and technologies that allow us to build a web application. </a:t>
            </a:r>
            <a:endParaRPr lang="en-US" sz="1800"/>
          </a:p>
          <a:p>
            <a:r>
              <a:rPr lang="en-US" sz="1800"/>
              <a:t>Some times we need to serve the model we have build as end points, so flask allow us to access the model we have build and showing the results of the model.</a:t>
            </a:r>
            <a:endParaRPr lang="en-US" sz="1800"/>
          </a:p>
          <a:p>
            <a:r>
              <a:rPr lang="en-US" sz="1800"/>
              <a:t>It provides us to create a UI based web application that allow us to provide the input data required by the models we have build. </a:t>
            </a:r>
            <a:endParaRPr lang="en-US" sz="1800"/>
          </a:p>
          <a:p>
            <a:r>
              <a:rPr lang="en-US" sz="1800"/>
              <a:t>For an example of object detection task, we can create a web application using flask that let us capture the video and by calling the end points we can call our model for the object detection task and can show back the results of the model in the UI.</a:t>
            </a:r>
            <a:endParaRPr lang="en-US" sz="1800"/>
          </a:p>
          <a:p>
            <a:endParaRPr 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olidFill>
                  <a:schemeClr val="accent6"/>
                </a:solidFill>
              </a:rPr>
              <a:t>Flask API</a:t>
            </a:r>
            <a:endParaRPr lang="en-IN" altLang="en-US">
              <a:solidFill>
                <a:schemeClr val="accent6"/>
              </a:solidFill>
            </a:endParaRPr>
          </a:p>
        </p:txBody>
      </p:sp>
      <p:sp>
        <p:nvSpPr>
          <p:cNvPr id="3" name="Content Placeholder 2"/>
          <p:cNvSpPr>
            <a:spLocks noGrp="1"/>
          </p:cNvSpPr>
          <p:nvPr>
            <p:ph idx="1"/>
          </p:nvPr>
        </p:nvSpPr>
        <p:spPr>
          <a:xfrm>
            <a:off x="609600" y="932815"/>
            <a:ext cx="10972800" cy="5194935"/>
          </a:xfrm>
        </p:spPr>
        <p:txBody>
          <a:bodyPr/>
          <a:p>
            <a:r>
              <a:rPr lang="en-US" sz="1800">
                <a:sym typeface="+mn-ea"/>
              </a:rPr>
              <a:t>Flask is a widely used micro web framework for creating APIs in Python. It is a simple yet powerful web framework that is designed to get started quickly and easily, with the ability to scale up to complex applications. </a:t>
            </a:r>
            <a:endParaRPr lang="en-US" sz="1800">
              <a:sym typeface="+mn-ea"/>
            </a:endParaRPr>
          </a:p>
          <a:p>
            <a:r>
              <a:rPr lang="en-US" sz="1800">
                <a:sym typeface="+mn-ea"/>
              </a:rPr>
              <a:t>It is designed as a web framework for RESTful API development where flask allow us to directly call the end points without creating any UI and result back the output of the model to the server from where the API was called.</a:t>
            </a:r>
            <a:endParaRPr lang="en-US" sz="1800">
              <a:sym typeface="+mn-ea"/>
            </a:endParaRPr>
          </a:p>
          <a:p>
            <a:endParaRPr lang="en-US" sz="1800"/>
          </a:p>
          <a:p>
            <a:pPr marL="0" indent="0">
              <a:buNone/>
            </a:pPr>
            <a:r>
              <a:rPr lang="en-IN" sz="2800">
                <a:solidFill>
                  <a:schemeClr val="accent6"/>
                </a:solidFill>
              </a:rPr>
              <a:t>To read more visit below links:</a:t>
            </a:r>
            <a:endParaRPr lang="en-IN" sz="2800">
              <a:solidFill>
                <a:schemeClr val="accent6"/>
              </a:solidFill>
            </a:endParaRPr>
          </a:p>
          <a:p>
            <a:r>
              <a:rPr lang="en-IN" sz="1800">
                <a:solidFill>
                  <a:schemeClr val="tx1"/>
                </a:solidFill>
              </a:rPr>
              <a:t>https://towardsdatascience.com/building-a-machine-learning-web-application-using-flask-29fa9ea11dac</a:t>
            </a:r>
            <a:endParaRPr lang="en-IN" sz="1800">
              <a:solidFill>
                <a:schemeClr val="tx1"/>
              </a:solidFill>
            </a:endParaRPr>
          </a:p>
          <a:p>
            <a:pPr marL="0" indent="0">
              <a:buNone/>
            </a:pPr>
            <a:endParaRPr lang="en-IN" sz="1800">
              <a:solidFill>
                <a:schemeClr val="tx1"/>
              </a:solidFill>
            </a:endParaRPr>
          </a:p>
          <a:p>
            <a:r>
              <a:rPr lang="en-IN" sz="1800">
                <a:solidFill>
                  <a:schemeClr val="tx1"/>
                </a:solidFill>
              </a:rPr>
              <a:t>https://medium.com/@alanbanks229/part-1-of-2-introduction-to-python-flask-20286f37d2e0</a:t>
            </a:r>
            <a:endParaRPr lang="en-IN" sz="1800">
              <a:solidFill>
                <a:schemeClr val="tx1"/>
              </a:solidFill>
            </a:endParaRPr>
          </a:p>
          <a:p>
            <a:pPr marL="0" indent="0">
              <a:buNone/>
            </a:pPr>
            <a:endParaRPr lang="en-IN" sz="2800">
              <a:solidFill>
                <a:schemeClr val="tx1"/>
              </a:solidFill>
            </a:endParaRPr>
          </a:p>
          <a:p>
            <a:r>
              <a:rPr lang="en-IN" sz="1800">
                <a:solidFill>
                  <a:schemeClr val="tx1"/>
                </a:solidFill>
              </a:rPr>
              <a:t>https://towardsdatascience.com/deploy-a-machine-learning-model-using-flask-da580f84e60c</a:t>
            </a:r>
            <a:endParaRPr lang="en-IN" sz="1800">
              <a:solidFill>
                <a:schemeClr val="tx1"/>
              </a:solidFill>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EA2B996A095145A431990D8746F65D" ma:contentTypeVersion="12" ma:contentTypeDescription="Create a new document." ma:contentTypeScope="" ma:versionID="b52efeacc52cdb0921dd3ecf044e49d6">
  <xsd:schema xmlns:xsd="http://www.w3.org/2001/XMLSchema" xmlns:xs="http://www.w3.org/2001/XMLSchema" xmlns:p="http://schemas.microsoft.com/office/2006/metadata/properties" xmlns:ns2="0ae31940-ca4a-45c5-b162-138273e95632" xmlns:ns3="931ab5c8-92b0-45e1-8bc3-523e2cbedd9f" targetNamespace="http://schemas.microsoft.com/office/2006/metadata/properties" ma:root="true" ma:fieldsID="f46cc9a8ff8ed0d34fdacf23a8b0da3b" ns2:_="" ns3:_="">
    <xsd:import namespace="0ae31940-ca4a-45c5-b162-138273e95632"/>
    <xsd:import namespace="931ab5c8-92b0-45e1-8bc3-523e2cbed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31940-ca4a-45c5-b162-138273e956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0b75c2f-733a-428e-8724-a6f3929c24d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1ab5c8-92b0-45e1-8bc3-523e2cbedd9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981f5be-6e3e-4d6c-a653-15253177344c}" ma:internalName="TaxCatchAll" ma:showField="CatchAllData" ma:web="931ab5c8-92b0-45e1-8bc3-523e2cbedd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e31940-ca4a-45c5-b162-138273e95632">
      <Terms xmlns="http://schemas.microsoft.com/office/infopath/2007/PartnerControls"/>
    </lcf76f155ced4ddcb4097134ff3c332f>
    <TaxCatchAll xmlns="931ab5c8-92b0-45e1-8bc3-523e2cbedd9f" xsi:nil="true"/>
  </documentManagement>
</p:properties>
</file>

<file path=customXml/itemProps1.xml><?xml version="1.0" encoding="utf-8"?>
<ds:datastoreItem xmlns:ds="http://schemas.openxmlformats.org/officeDocument/2006/customXml" ds:itemID="{539504E9-7962-48FB-889F-686B90A52564}"/>
</file>

<file path=customXml/itemProps2.xml><?xml version="1.0" encoding="utf-8"?>
<ds:datastoreItem xmlns:ds="http://schemas.openxmlformats.org/officeDocument/2006/customXml" ds:itemID="{34BBA9FF-1E0F-4F75-ABEC-2331DD7D5C67}"/>
</file>

<file path=customXml/itemProps3.xml><?xml version="1.0" encoding="utf-8"?>
<ds:datastoreItem xmlns:ds="http://schemas.openxmlformats.org/officeDocument/2006/customXml" ds:itemID="{97D83894-56C0-4730-BB41-2C73C50C00C8}"/>
</file>

<file path=docProps/app.xml><?xml version="1.0" encoding="utf-8"?>
<Properties xmlns="http://schemas.openxmlformats.org/officeDocument/2006/extended-properties" xmlns:vt="http://schemas.openxmlformats.org/officeDocument/2006/docPropsVTypes">
  <TotalTime>0</TotalTime>
  <Words>1479</Words>
  <Application>WPS Presentation</Application>
  <PresentationFormat>Widescreen</PresentationFormat>
  <Paragraphs>22</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SimSun</vt:lpstr>
      <vt:lpstr>Wingdings</vt:lpstr>
      <vt:lpstr>Calibri Light</vt:lpstr>
      <vt:lpstr>Calibri</vt:lpstr>
      <vt:lpstr>Microsoft YaHei</vt:lpstr>
      <vt:lpstr>Arial Unicode MS</vt:lpstr>
      <vt:lpstr>Blue Waves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Flask</dc:title>
  <dc:creator/>
  <cp:lastModifiedBy>Dell</cp:lastModifiedBy>
  <cp:revision>5</cp:revision>
  <dcterms:created xsi:type="dcterms:W3CDTF">2022-12-30T09:23:33Z</dcterms:created>
  <dcterms:modified xsi:type="dcterms:W3CDTF">2022-12-30T09:31:22Z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B4A05FBA875F439CAF56D6784769DEE3</vt:lpwstr>
  </property>
  <property fmtid="{D5CDD505-2E9C-101B-9397-08002B2CF9AE}" pid="3" name="KSOProductBuildVer">
    <vt:lpwstr>1033-11.2.0.11388</vt:lpwstr>
  </property>
  <property fmtid="{D5CDD505-2E9C-101B-9397-08002B2CF9AE}" pid="4" name="ContentTypeId">
    <vt:lpwstr>0x0101006DEA2B996A095145A431990D8746F65D</vt:lpwstr>
  </property>
</Properties>
</file>